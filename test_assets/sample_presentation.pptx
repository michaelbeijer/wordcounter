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WordCounter Test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 for counting.</a:t>
            </a:r>
          </a:p>
          <a:p>
            <a:r>
              <a:t>Bullet two with number 1234.</a:t>
            </a:r>
          </a:p>
          <a:p>
            <a:r>
              <a:t>Bullet three for translators.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content here.</a:t>
            </a:r>
          </a:p>
          <a:p>
            <a:r>
              <a:t>Sentence two ends here.</a:t>
            </a:r>
          </a:p>
          <a:p>
            <a:r>
              <a:t>Sentence three ends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